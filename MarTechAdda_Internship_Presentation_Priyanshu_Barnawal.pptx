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20640" y="914400"/>
            <a:ext cx="731520" cy="731520"/>
          </a:xfrm>
          <a:prstGeom prst="ellipse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23560" y="914400"/>
            <a:ext cx="731520" cy="731520"/>
          </a:xfrm>
          <a:prstGeom prst="ellipse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126480" y="914400"/>
            <a:ext cx="731520" cy="731520"/>
          </a:xfrm>
          <a:prstGeom prst="ellipse">
            <a:avLst/>
          </a:prstGeom>
          <a:solidFill>
            <a:srgbClr val="5A5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121C3C"/>
                </a:solidFill>
              </a:defRPr>
            </a:pPr>
            <a:r>
              <a:t>INTERNSHIP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880360"/>
            <a:ext cx="99669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5A0B1"/>
                </a:solidFill>
              </a:defRPr>
            </a:pPr>
            <a:r>
              <a:t>MarTechAdda Startup Internship Program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99669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2A3044"/>
                </a:solidFill>
              </a:defRPr>
            </a:pPr>
            <a:r>
              <a:t>Priyanshu Barnawal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434840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9707E"/>
                </a:solidFill>
              </a:defRPr>
            </a:pPr>
            <a:r>
              <a:t>Product Engineering Intern  •  6 Weeks  •  Remote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62356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F27E1F"/>
                </a:solidFill>
              </a:defRPr>
            </a:pPr>
            <a:r>
              <a:t>Date of Issue: 05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C3C"/>
                </a:solidFill>
                <a:latin typeface="Aptos Display"/>
              </a:defRPr>
            </a:pPr>
            <a:r>
              <a:t>About the Internship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E"/>
                </a:solidFill>
                <a:latin typeface="Aptos"/>
              </a:defRPr>
            </a:pPr>
            <a:r>
              <a:t>Overview of the internship experience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73152" cy="182880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0992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Organization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21991"/>
            <a:ext cx="30632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MarTechAdda — India’s Marketing Technology 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73152" cy="1828800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0992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Role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21991"/>
            <a:ext cx="30632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Product Engineering Intern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55864" y="1508760"/>
            <a:ext cx="34747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55864" y="1508760"/>
            <a:ext cx="73152" cy="182880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84464" y="1709928"/>
            <a:ext cx="3063239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Duration &amp; Mode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4" y="2221991"/>
            <a:ext cx="306323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6 Weeks • Remote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794760"/>
            <a:ext cx="104241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700">
                <a:solidFill>
                  <a:srgbClr val="2A3044"/>
                </a:solidFill>
                <a:latin typeface="Aptos"/>
              </a:defRPr>
            </a:pPr>
            <a:r>
              <a:t>• Internship focused on product engineering and software development activities.</a:t>
            </a:r>
          </a:p>
          <a:p>
            <a:pPr>
              <a:spcAft>
                <a:spcPts val="1400"/>
              </a:spcAft>
              <a:defRPr sz="1700">
                <a:solidFill>
                  <a:srgbClr val="2A3044"/>
                </a:solidFill>
                <a:latin typeface="Aptos"/>
              </a:defRPr>
            </a:pPr>
            <a:r>
              <a:t>• Exposure to front-end engineering, feature implementation and UI/UX improvement.</a:t>
            </a:r>
          </a:p>
          <a:p>
            <a:pPr>
              <a:spcAft>
                <a:spcPts val="1400"/>
              </a:spcAft>
              <a:defRPr sz="1700">
                <a:solidFill>
                  <a:srgbClr val="2A3044"/>
                </a:solidFill>
                <a:latin typeface="Aptos"/>
              </a:defRPr>
            </a:pPr>
            <a:r>
              <a:t>• Opportunity to understand how product ideas are converted into usable digital experiences.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7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1792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E"/>
                </a:solidFill>
              </a:defRPr>
            </a:pPr>
            <a:r>
              <a:t>MarTechAdda Startup Internship Program 2026   •   Priyanshu Barnawal   •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C3C"/>
                </a:solidFill>
                <a:latin typeface="Aptos Display"/>
              </a:defRPr>
            </a:pPr>
            <a:r>
              <a:t>Internship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E"/>
                </a:solidFill>
                <a:latin typeface="Aptos"/>
              </a:defRPr>
            </a:pPr>
            <a:r>
              <a:t>Key learning and contribution areas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A3044"/>
                </a:solidFill>
                <a:latin typeface="Aptos"/>
              </a:defRPr>
            </a:pPr>
            <a:r>
              <a:t>• Understand practical software and product-development workflows.</a:t>
            </a:r>
          </a:p>
          <a:p>
            <a:pPr>
              <a:spcAft>
                <a:spcPts val="1400"/>
              </a:spcAft>
              <a:defRPr sz="2000">
                <a:solidFill>
                  <a:srgbClr val="2A3044"/>
                </a:solidFill>
                <a:latin typeface="Aptos"/>
              </a:defRPr>
            </a:pPr>
            <a:r>
              <a:t>• Strengthen front-end engineering and interface-development skills.</a:t>
            </a:r>
          </a:p>
          <a:p>
            <a:pPr>
              <a:spcAft>
                <a:spcPts val="1400"/>
              </a:spcAft>
              <a:defRPr sz="2000">
                <a:solidFill>
                  <a:srgbClr val="2A3044"/>
                </a:solidFill>
                <a:latin typeface="Aptos"/>
              </a:defRPr>
            </a:pPr>
            <a:r>
              <a:t>• Learn how features are planned, implemented and refined.</a:t>
            </a:r>
          </a:p>
          <a:p>
            <a:pPr>
              <a:spcAft>
                <a:spcPts val="1400"/>
              </a:spcAft>
              <a:defRPr sz="2000">
                <a:solidFill>
                  <a:srgbClr val="2A3044"/>
                </a:solidFill>
                <a:latin typeface="Aptos"/>
              </a:defRPr>
            </a:pPr>
            <a:r>
              <a:t>• Improve understanding of UI/UX principles and user-focused design.</a:t>
            </a:r>
          </a:p>
          <a:p>
            <a:pPr>
              <a:spcAft>
                <a:spcPts val="1400"/>
              </a:spcAft>
              <a:defRPr sz="2000">
                <a:solidFill>
                  <a:srgbClr val="2A3044"/>
                </a:solidFill>
                <a:latin typeface="Aptos"/>
              </a:defRPr>
            </a:pPr>
            <a:r>
              <a:t>• Gain experience working in a remote professional environment.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7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E"/>
                </a:solidFill>
              </a:defRPr>
            </a:pPr>
            <a:r>
              <a:t>MarTechAdda Startup Internship Program 2026   •   Priyanshu Barnawal   •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C3C"/>
                </a:solidFill>
                <a:latin typeface="Aptos Display"/>
              </a:defRPr>
            </a:pPr>
            <a:r>
              <a:t>Roles &amp;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E"/>
                </a:solidFill>
                <a:latin typeface="Aptos"/>
              </a:defRPr>
            </a:pPr>
            <a:r>
              <a:t>Areas mentioned in the internship certificate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61848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Product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Contributing to product development initiatives.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1732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99632" y="1417320"/>
            <a:ext cx="73152" cy="1234440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1848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Front-End 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2" y="2130552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Working with front-end engineering activities.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8803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880360"/>
            <a:ext cx="73152" cy="1234440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0815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Feature Implementation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93591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Supporting implementation and refinement of product features.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2880360"/>
            <a:ext cx="52578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2880360"/>
            <a:ext cx="73152" cy="1234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3081528"/>
            <a:ext cx="4846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UI/UX Improvements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3593591"/>
            <a:ext cx="4846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Contributing to improvements in user interface and user experience.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343400"/>
            <a:ext cx="10725912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343400"/>
            <a:ext cx="73152" cy="1234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544568"/>
            <a:ext cx="10314432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Software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56632"/>
            <a:ext cx="1031443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Participating in software development initiatives throughout the internship period.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7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E"/>
                </a:solidFill>
              </a:defRPr>
            </a:pPr>
            <a:r>
              <a:t>MarTechAdda Startup Internship Program 2026   •   Priyanshu Barnawal   •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C3C"/>
                </a:solidFill>
                <a:latin typeface="Aptos Display"/>
              </a:defRPr>
            </a:pPr>
            <a:r>
              <a:t>Skills &amp; Professional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E"/>
                </a:solidFill>
                <a:latin typeface="Aptos"/>
              </a:defRPr>
            </a:pPr>
            <a:r>
              <a:t>Capabilities developed during the internship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82880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61848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Front-End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3055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Building and refining user-facing interfaces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41732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60520" y="1417320"/>
            <a:ext cx="73152" cy="1828800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61848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UI/UX Thinking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13055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Focusing on clarity, usability and user experience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41732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1417320"/>
            <a:ext cx="73152" cy="182880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61848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Feature Development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3055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Understanding the feature implementation lifecycle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65760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657600"/>
            <a:ext cx="73152" cy="182880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587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Product Mindset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37083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Connecting technical work with product goals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365760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60520" y="3657600"/>
            <a:ext cx="73152" cy="1828800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0" y="38587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Software Development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437083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Following structured development practices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35240" y="3657600"/>
            <a:ext cx="31546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635240" y="3657600"/>
            <a:ext cx="73152" cy="182880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3858768"/>
            <a:ext cx="2743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Remote Collaboration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4370832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Communicating and working effectively in a remote setup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7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E"/>
                </a:solidFill>
              </a:defRPr>
            </a:pPr>
            <a:r>
              <a:t>MarTechAdda Startup Internship Program 2026   •   Priyanshu Barnawal   •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C3C"/>
                </a:solidFill>
                <a:latin typeface="Aptos Display"/>
              </a:defRPr>
            </a:pPr>
            <a:r>
              <a:t>Product Engineering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E"/>
                </a:solidFill>
                <a:latin typeface="Aptos"/>
              </a:defRPr>
            </a:pPr>
            <a:r>
              <a:t>A simple view of how internship work connects</a:t>
            </a:r>
          </a:p>
        </p:txBody>
      </p:sp>
      <p:sp>
        <p:nvSpPr>
          <p:cNvPr id="6" name="Oval 5"/>
          <p:cNvSpPr/>
          <p:nvPr/>
        </p:nvSpPr>
        <p:spPr>
          <a:xfrm>
            <a:off x="594360" y="2057400"/>
            <a:ext cx="1417320" cy="1417320"/>
          </a:xfrm>
          <a:prstGeom prst="ellipse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03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C"/>
                </a:solidFill>
              </a:defRPr>
            </a:pPr>
            <a:r>
              <a:t>Understand</a:t>
            </a:r>
            <a:br/>
            <a:r>
              <a:t>Requirement</a:t>
            </a:r>
          </a:p>
        </p:txBody>
      </p:sp>
      <p:sp>
        <p:nvSpPr>
          <p:cNvPr id="8" name="Chevron 7"/>
          <p:cNvSpPr/>
          <p:nvPr/>
        </p:nvSpPr>
        <p:spPr>
          <a:xfrm>
            <a:off x="2103120" y="2514600"/>
            <a:ext cx="594360" cy="502920"/>
          </a:xfrm>
          <a:prstGeom prst="chevron">
            <a:avLst/>
          </a:prstGeom>
          <a:solidFill>
            <a:srgbClr val="BEC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80360" y="2057400"/>
            <a:ext cx="1417320" cy="1417320"/>
          </a:xfrm>
          <a:prstGeom prst="ellipse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703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C"/>
                </a:solidFill>
              </a:defRPr>
            </a:pPr>
            <a:r>
              <a:t>Plan</a:t>
            </a:r>
            <a:br/>
            <a:r>
              <a:t>Solution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4389120" y="2514600"/>
            <a:ext cx="594360" cy="502920"/>
          </a:xfrm>
          <a:prstGeom prst="chevron">
            <a:avLst/>
          </a:prstGeom>
          <a:solidFill>
            <a:srgbClr val="BEC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166360" y="2057400"/>
            <a:ext cx="1417320" cy="1417320"/>
          </a:xfrm>
          <a:prstGeom prst="ellipse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3703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C"/>
                </a:solidFill>
              </a:defRPr>
            </a:pPr>
            <a:r>
              <a:t>Develop /</a:t>
            </a:r>
            <a:br/>
            <a:r>
              <a:t>Implement</a:t>
            </a:r>
          </a:p>
        </p:txBody>
      </p:sp>
      <p:sp>
        <p:nvSpPr>
          <p:cNvPr id="14" name="Chevron 13"/>
          <p:cNvSpPr/>
          <p:nvPr/>
        </p:nvSpPr>
        <p:spPr>
          <a:xfrm>
            <a:off x="6675120" y="2514600"/>
            <a:ext cx="594360" cy="502920"/>
          </a:xfrm>
          <a:prstGeom prst="chevron">
            <a:avLst/>
          </a:prstGeom>
          <a:solidFill>
            <a:srgbClr val="BEC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52360" y="2057400"/>
            <a:ext cx="1417320" cy="1417320"/>
          </a:xfrm>
          <a:prstGeom prst="ellipse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703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C"/>
                </a:solidFill>
              </a:defRPr>
            </a:pPr>
            <a:r>
              <a:t>Review &amp;</a:t>
            </a:r>
            <a:br/>
            <a:r>
              <a:t>Improve</a:t>
            </a:r>
          </a:p>
        </p:txBody>
      </p:sp>
      <p:sp>
        <p:nvSpPr>
          <p:cNvPr id="17" name="Chevron 16"/>
          <p:cNvSpPr/>
          <p:nvPr/>
        </p:nvSpPr>
        <p:spPr>
          <a:xfrm>
            <a:off x="8961120" y="2514600"/>
            <a:ext cx="594360" cy="502920"/>
          </a:xfrm>
          <a:prstGeom prst="chevron">
            <a:avLst/>
          </a:prstGeom>
          <a:solidFill>
            <a:srgbClr val="BEC3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738360" y="2057400"/>
            <a:ext cx="1417320" cy="1417320"/>
          </a:xfrm>
          <a:prstGeom prst="ellipse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703320"/>
            <a:ext cx="2057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121C3C"/>
                </a:solidFill>
              </a:defRPr>
            </a:pPr>
            <a:r>
              <a:t>Deliver</a:t>
            </a:r>
            <a:br/>
            <a:r>
              <a:t>Feature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7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E"/>
                </a:solidFill>
              </a:defRPr>
            </a:pPr>
            <a:r>
              <a:t>MarTechAdda Startup Internship Program 2026   •   Priyanshu Barnawal   •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C3C"/>
                </a:solidFill>
                <a:latin typeface="Aptos Display"/>
              </a:defRPr>
            </a:pPr>
            <a: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E"/>
                </a:solidFill>
                <a:latin typeface="Aptos"/>
              </a:defRPr>
            </a:pPr>
            <a:r>
              <a:t>What the internship adds to professional growth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2A3044"/>
                </a:solidFill>
                <a:latin typeface="Aptos"/>
              </a:defRPr>
            </a:pPr>
            <a:r>
              <a:t>• Practical exposure to product engineering beyond classroom learning.</a:t>
            </a:r>
          </a:p>
          <a:p>
            <a:pPr>
              <a:spcAft>
                <a:spcPts val="1400"/>
              </a:spcAft>
              <a:defRPr sz="1900">
                <a:solidFill>
                  <a:srgbClr val="2A3044"/>
                </a:solidFill>
                <a:latin typeface="Aptos"/>
              </a:defRPr>
            </a:pPr>
            <a:r>
              <a:t>• Better understanding of front-end development and UI/UX improvement.</a:t>
            </a:r>
          </a:p>
          <a:p>
            <a:pPr>
              <a:spcAft>
                <a:spcPts val="1400"/>
              </a:spcAft>
              <a:defRPr sz="1900">
                <a:solidFill>
                  <a:srgbClr val="2A3044"/>
                </a:solidFill>
                <a:latin typeface="Aptos"/>
              </a:defRPr>
            </a:pPr>
            <a:r>
              <a:t>• Experience with feature-oriented software development.</a:t>
            </a:r>
          </a:p>
          <a:p>
            <a:pPr>
              <a:spcAft>
                <a:spcPts val="1400"/>
              </a:spcAft>
              <a:defRPr sz="1900">
                <a:solidFill>
                  <a:srgbClr val="2A3044"/>
                </a:solidFill>
                <a:latin typeface="Aptos"/>
              </a:defRPr>
            </a:pPr>
            <a:r>
              <a:t>• Improved problem-solving, adaptability and professional communication.</a:t>
            </a:r>
          </a:p>
          <a:p>
            <a:pPr>
              <a:spcAft>
                <a:spcPts val="1400"/>
              </a:spcAft>
              <a:defRPr sz="1900">
                <a:solidFill>
                  <a:srgbClr val="2A3044"/>
                </a:solidFill>
                <a:latin typeface="Aptos"/>
              </a:defRPr>
            </a:pPr>
            <a:r>
              <a:t>• A stronger foundation for future software and product-development projects.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7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E"/>
                </a:solidFill>
              </a:defRPr>
            </a:pPr>
            <a:r>
              <a:t>MarTechAdda Startup Internship Program 2026   •   Priyanshu Barnawal   •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121C3C"/>
                </a:solidFill>
                <a:latin typeface="Aptos Display"/>
              </a:defRPr>
            </a:pPr>
            <a:r>
              <a:t>Internship Certificate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100584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9707E"/>
                </a:solidFill>
                <a:latin typeface="Aptos"/>
              </a:defRPr>
            </a:pPr>
            <a:r>
              <a:t>Official details represented in the supplied certificate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325880"/>
            <a:ext cx="4572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1325880"/>
            <a:ext cx="73152" cy="566928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527048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39112"/>
            <a:ext cx="4160520" cy="-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Priyanshu Barnawal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1984248"/>
            <a:ext cx="4572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05840" y="1984248"/>
            <a:ext cx="73152" cy="566928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2185416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Organization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697480"/>
            <a:ext cx="4160520" cy="-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MarTechAdda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642615"/>
            <a:ext cx="4572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05840" y="2642615"/>
            <a:ext cx="73152" cy="566928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2843784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Program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3355848"/>
            <a:ext cx="4160520" cy="-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MarTechAdda Startup Internship Program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05840" y="3300983"/>
            <a:ext cx="4572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05840" y="3300983"/>
            <a:ext cx="73152" cy="566928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3502151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4014215"/>
            <a:ext cx="4160520" cy="-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Product Engineering Intern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" y="3959351"/>
            <a:ext cx="4572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5840" y="3959351"/>
            <a:ext cx="73152" cy="566928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4160519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Duration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672583"/>
            <a:ext cx="4160520" cy="-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6 Weeks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4617719"/>
            <a:ext cx="4572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05840" y="4617719"/>
            <a:ext cx="73152" cy="566928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4818887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Mode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34440" y="5330951"/>
            <a:ext cx="4160520" cy="-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Remote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05840" y="5276087"/>
            <a:ext cx="45720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0E4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05840" y="5276087"/>
            <a:ext cx="73152" cy="566928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34440" y="5477255"/>
            <a:ext cx="41605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21C3C"/>
                </a:solidFill>
              </a:defRPr>
            </a:pPr>
            <a:r>
              <a:t>Date of 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989319"/>
            <a:ext cx="4160520" cy="-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A3044"/>
                </a:solidFill>
              </a:defRPr>
            </a:pPr>
            <a:r>
              <a:t>05 August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89320" y="182880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i="1">
                <a:solidFill>
                  <a:srgbClr val="121C3C"/>
                </a:solidFill>
              </a:defRPr>
            </a:pPr>
            <a:r>
              <a:t>“Contributing to product development, front-end engineering, feature implementation, UI/UX improvements, and software development initiatives.”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7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E"/>
                </a:solidFill>
              </a:defRPr>
            </a:pPr>
            <a:r>
              <a:t>MarTechAdda Startup Internship Program 2026   •   Priyanshu Barnawal   •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5A0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"/>
            <a:ext cx="12191695" cy="32004"/>
          </a:xfrm>
          <a:prstGeom prst="rect">
            <a:avLst/>
          </a:prstGeom>
          <a:solidFill>
            <a:srgbClr val="F27E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21C3C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803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>
                <a:solidFill>
                  <a:srgbClr val="15A0B1"/>
                </a:solidFill>
              </a:defRPr>
            </a:pPr>
            <a:r>
              <a:t>MarTechAdda Startup Internship Program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9476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A3044"/>
                </a:solidFill>
              </a:defRPr>
            </a:pPr>
            <a:r>
              <a:t>Priyanshu Barnawal  |  Product Engineering Intern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27E1F"/>
                </a:solidFill>
              </a:defRPr>
            </a:pPr>
            <a:r>
              <a:t>Questions &amp; Discussion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6419088"/>
            <a:ext cx="10972800" cy="10972"/>
          </a:xfrm>
          <a:prstGeom prst="rect">
            <a:avLst/>
          </a:prstGeom>
          <a:solidFill>
            <a:srgbClr val="D7DC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" y="6473952"/>
            <a:ext cx="106984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9707E"/>
                </a:solidFill>
              </a:defRPr>
            </a:pPr>
            <a:r>
              <a:t>MarTechAdda Startup Internship Program 2026   •   Priyanshu Barnawal   • 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